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0"/>
  </p:notesMasterIdLst>
  <p:sldIdLst>
    <p:sldId id="256" r:id="rId2"/>
    <p:sldId id="257" r:id="rId3"/>
    <p:sldId id="258" r:id="rId4"/>
    <p:sldId id="262" r:id="rId5"/>
    <p:sldId id="259" r:id="rId6"/>
    <p:sldId id="260" r:id="rId7"/>
    <p:sldId id="261" r:id="rId8"/>
    <p:sldId id="292" r:id="rId9"/>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p:cViewPr varScale="1">
        <p:scale>
          <a:sx n="68" d="100"/>
          <a:sy n="68" d="100"/>
        </p:scale>
        <p:origin x="-1446" y="-96"/>
      </p:cViewPr>
      <p:guideLst>
        <p:guide orient="horz" pos="2160"/>
        <p:guide pos="288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67CFB59D-C132-4F0E-9874-C073ED9C2E4F}" type="datetimeFigureOut">
              <a:rPr lang="en-US" smtClean="0"/>
              <a:pPr/>
              <a:t>2/24/2025</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58601340-1B57-4C1F-B50C-5F6AAF37364A}"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2/24/2025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2/24/2025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2/24/2025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2/24/2025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2/24/2025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2/24/2025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2/24/2025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2/24/2025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2/24/2025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2/24/2025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2/24/2025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2/24/2025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Data Structure</a:t>
            </a:r>
            <a:endParaRPr lang="en-US" dirty="0"/>
          </a:p>
        </p:txBody>
      </p:sp>
      <p:sp>
        <p:nvSpPr>
          <p:cNvPr id="3" name="Subtitle 2"/>
          <p:cNvSpPr>
            <a:spLocks noGrp="1"/>
          </p:cNvSpPr>
          <p:nvPr>
            <p:ph type="subTitle" idx="1"/>
          </p:nvPr>
        </p:nvSpPr>
        <p:spPr/>
        <p:txBody>
          <a:bodyPr/>
          <a:lstStyle/>
          <a:p>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3" name="Content Placeholder 2"/>
          <p:cNvSpPr>
            <a:spLocks noGrp="1"/>
          </p:cNvSpPr>
          <p:nvPr>
            <p:ph idx="1"/>
          </p:nvPr>
        </p:nvSpPr>
        <p:spPr/>
        <p:txBody>
          <a:bodyPr>
            <a:normAutofit lnSpcReduction="10000"/>
          </a:bodyPr>
          <a:lstStyle/>
          <a:p>
            <a:r>
              <a:rPr lang="en-US" i="1" dirty="0" smtClean="0"/>
              <a:t>A data structure is a storage that is used to store and organize data. It is a way of arranging data on a computer so that it can be accessed and updated efficiently.</a:t>
            </a:r>
          </a:p>
          <a:p>
            <a:r>
              <a:rPr lang="en-US" i="1" dirty="0" smtClean="0"/>
              <a:t>The idea is to reduce the space and time complexities of different tasks. </a:t>
            </a:r>
          </a:p>
          <a:p>
            <a:r>
              <a:rPr lang="en-US" dirty="0" smtClean="0"/>
              <a:t>An efficient data structure also uses minimum memory space and execution time to process the structure.</a:t>
            </a:r>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smtClean="0"/>
              <a:t>A data structure is not only used for organizing the data. It is also used for processing, retrieving, and storing data. There are different basic and advanced types of data structures that are used in almost every program or software system that has been developed. </a:t>
            </a:r>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Need of Data Structure</a:t>
            </a:r>
            <a:endParaRPr lang="en-US" dirty="0"/>
          </a:p>
        </p:txBody>
      </p:sp>
      <p:sp>
        <p:nvSpPr>
          <p:cNvPr id="3" name="Content Placeholder 2"/>
          <p:cNvSpPr>
            <a:spLocks noGrp="1"/>
          </p:cNvSpPr>
          <p:nvPr>
            <p:ph idx="1"/>
          </p:nvPr>
        </p:nvSpPr>
        <p:spPr/>
        <p:txBody>
          <a:bodyPr/>
          <a:lstStyle/>
          <a:p>
            <a:pPr>
              <a:buNone/>
            </a:pPr>
            <a:r>
              <a:rPr lang="en-US" dirty="0" smtClean="0"/>
              <a:t>The structure of the data and the synthesis of the algorithm are relative to each other. </a:t>
            </a:r>
          </a:p>
          <a:p>
            <a:pPr fontAlgn="base"/>
            <a:r>
              <a:rPr lang="en-US" dirty="0" smtClean="0"/>
              <a:t>Data structure modification is easy. </a:t>
            </a:r>
          </a:p>
          <a:p>
            <a:pPr fontAlgn="base"/>
            <a:r>
              <a:rPr lang="en-US" dirty="0" smtClean="0"/>
              <a:t>It requires less time. </a:t>
            </a:r>
          </a:p>
          <a:p>
            <a:pPr fontAlgn="base"/>
            <a:r>
              <a:rPr lang="en-US" dirty="0" smtClean="0"/>
              <a:t>Save storage memory space. </a:t>
            </a:r>
          </a:p>
          <a:p>
            <a:pPr fontAlgn="base"/>
            <a:r>
              <a:rPr lang="en-US" dirty="0" smtClean="0"/>
              <a:t>Data representation is easy. </a:t>
            </a:r>
          </a:p>
          <a:p>
            <a:pPr fontAlgn="base"/>
            <a:r>
              <a:rPr lang="en-US" dirty="0" smtClean="0"/>
              <a:t>Easy access to the large database</a:t>
            </a:r>
          </a:p>
          <a:p>
            <a:endParaRPr 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Content Placeholder 3" descr="ClassificationofDataStructure-660x347.jpg"/>
          <p:cNvPicPr>
            <a:picLocks noGrp="1" noChangeAspect="1"/>
          </p:cNvPicPr>
          <p:nvPr>
            <p:ph idx="1"/>
          </p:nvPr>
        </p:nvPicPr>
        <p:blipFill>
          <a:blip r:embed="rId2"/>
          <a:stretch>
            <a:fillRect/>
          </a:stretch>
        </p:blipFill>
        <p:spPr>
          <a:xfrm>
            <a:off x="0" y="0"/>
            <a:ext cx="9144000" cy="6858000"/>
          </a:xfr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77500" lnSpcReduction="20000"/>
          </a:bodyPr>
          <a:lstStyle/>
          <a:p>
            <a:pPr fontAlgn="base"/>
            <a:r>
              <a:rPr lang="en-US" b="1" dirty="0" smtClean="0"/>
              <a:t>Linear data structure:</a:t>
            </a:r>
            <a:r>
              <a:rPr lang="en-US" dirty="0" smtClean="0"/>
              <a:t> Data structure in which data elements are arranged sequentially or linearly, where each element is attached to its previous and next adjacent elements, is called a linear data structure. </a:t>
            </a:r>
            <a:br>
              <a:rPr lang="en-US" dirty="0" smtClean="0"/>
            </a:br>
            <a:r>
              <a:rPr lang="en-US" i="1" dirty="0" smtClean="0"/>
              <a:t>Examples of linear data structures are array, stack, queue, linked list, etc.</a:t>
            </a:r>
            <a:endParaRPr lang="en-US" dirty="0" smtClean="0"/>
          </a:p>
          <a:p>
            <a:pPr lvl="1" fontAlgn="base"/>
            <a:r>
              <a:rPr lang="en-US" b="1" dirty="0" smtClean="0"/>
              <a:t>Static data structure: </a:t>
            </a:r>
            <a:r>
              <a:rPr lang="en-US" dirty="0" smtClean="0"/>
              <a:t>Static data structure has a fixed memory size. It is easier to access the elements in a static data structure. </a:t>
            </a:r>
            <a:br>
              <a:rPr lang="en-US" dirty="0" smtClean="0"/>
            </a:br>
            <a:r>
              <a:rPr lang="en-US" i="1" dirty="0" smtClean="0"/>
              <a:t>An example of this data structure is an array.</a:t>
            </a:r>
            <a:endParaRPr lang="en-US" dirty="0" smtClean="0"/>
          </a:p>
          <a:p>
            <a:pPr lvl="1" fontAlgn="base"/>
            <a:r>
              <a:rPr lang="en-US" b="1" dirty="0" smtClean="0"/>
              <a:t>Dynamic data structure: </a:t>
            </a:r>
            <a:r>
              <a:rPr lang="en-US" dirty="0" smtClean="0"/>
              <a:t>In dynamic data structure, the size is not fixed. It can be randomly updated during the runtime which may be considered efficient concerning the memory (space) complexity of the code. </a:t>
            </a:r>
            <a:br>
              <a:rPr lang="en-US" dirty="0" smtClean="0"/>
            </a:br>
            <a:r>
              <a:rPr lang="en-US" i="1" dirty="0" smtClean="0"/>
              <a:t>Examples of this data structure are queue, stack, etc.</a:t>
            </a:r>
            <a:endParaRPr lang="en-US" dirty="0" smtClean="0"/>
          </a:p>
          <a:p>
            <a:endParaRPr 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b="1" dirty="0" smtClean="0"/>
              <a:t>Non-linear data structure: </a:t>
            </a:r>
            <a:r>
              <a:rPr lang="en-US" dirty="0" smtClean="0"/>
              <a:t>Data structures where data elements are not placed sequentially or linearly are called non-linear data structures. In a non-linear data structure, we can’t traverse all the elements in a single run only. </a:t>
            </a:r>
            <a:br>
              <a:rPr lang="en-US" dirty="0" smtClean="0"/>
            </a:br>
            <a:r>
              <a:rPr lang="en-US" i="1" dirty="0" smtClean="0"/>
              <a:t>Examples of non-linear data structures are trees and graphs.</a:t>
            </a:r>
            <a:endParaRPr lang="en-US" smtClean="0"/>
          </a:p>
          <a:p>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5" name="Content Placeholder 4"/>
          <p:cNvSpPr>
            <a:spLocks noGrp="1"/>
          </p:cNvSpPr>
          <p:nvPr>
            <p:ph idx="1"/>
          </p:nvPr>
        </p:nvSpPr>
        <p:spPr/>
        <p:txBody>
          <a:bodyPr/>
          <a:lstStyle/>
          <a:p>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1150</TotalTime>
  <Words>130</Words>
  <Application>Microsoft Office PowerPoint</Application>
  <PresentationFormat>On-screen Show (4:3)</PresentationFormat>
  <Paragraphs>16</Paragraphs>
  <Slides>8</Slides>
  <Notes>0</Notes>
  <HiddenSlides>0</HiddenSlides>
  <MMClips>0</MMClips>
  <ScaleCrop>false</ScaleCrop>
  <HeadingPairs>
    <vt:vector size="4" baseType="variant">
      <vt:variant>
        <vt:lpstr>Theme</vt:lpstr>
      </vt:variant>
      <vt:variant>
        <vt:i4>1</vt:i4>
      </vt:variant>
      <vt:variant>
        <vt:lpstr>Slide Titles</vt:lpstr>
      </vt:variant>
      <vt:variant>
        <vt:i4>8</vt:i4>
      </vt:variant>
    </vt:vector>
  </HeadingPairs>
  <TitlesOfParts>
    <vt:vector size="9" baseType="lpstr">
      <vt:lpstr>Office Theme</vt:lpstr>
      <vt:lpstr>Data Structure</vt:lpstr>
      <vt:lpstr>Slide 2</vt:lpstr>
      <vt:lpstr>Slide 3</vt:lpstr>
      <vt:lpstr>Need of Data Structure</vt:lpstr>
      <vt:lpstr>Slide 5</vt:lpstr>
      <vt:lpstr>Slide 6</vt:lpstr>
      <vt:lpstr>Slide 7</vt:lpstr>
      <vt:lpstr>Slide 8</vt:lpstr>
    </vt:vector>
  </TitlesOfParts>
  <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 Structure</dc:title>
  <dc:creator>Nirali 2</dc:creator>
  <cp:lastModifiedBy>Nirali 2</cp:lastModifiedBy>
  <cp:revision>56</cp:revision>
  <dcterms:created xsi:type="dcterms:W3CDTF">2006-08-16T00:00:00Z</dcterms:created>
  <dcterms:modified xsi:type="dcterms:W3CDTF">2025-02-24T04:05:57Z</dcterms:modified>
</cp:coreProperties>
</file>